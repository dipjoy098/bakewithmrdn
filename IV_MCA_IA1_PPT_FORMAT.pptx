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3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commentAuthors.xml" ContentType="application/vnd.openxmlformats-officedocument.presentationml.commentAuthors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10.xml" ContentType="application/vnd.openxmlformats-officedocument.theme+xml"/>
  <Override PartName="/customXml/itemProps2.xml" ContentType="application/vnd.openxmlformats-officedocument.customXml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heme/theme7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  <p:sldMasterId id="2147483953" r:id="rId5"/>
    <p:sldMasterId id="2147483954" r:id="rId6"/>
    <p:sldMasterId id="2147483961" r:id="rId7"/>
    <p:sldMasterId id="2147483963" r:id="rId8"/>
    <p:sldMasterId id="2147483956" r:id="rId9"/>
    <p:sldMasterId id="2147483958" r:id="rId10"/>
    <p:sldMasterId id="2147483955" r:id="rId11"/>
    <p:sldMasterId id="2147483973" r:id="rId12"/>
  </p:sldMasterIdLst>
  <p:notesMasterIdLst>
    <p:notesMasterId r:id="rId28"/>
  </p:notesMasterIdLst>
  <p:handoutMasterIdLst>
    <p:handoutMasterId r:id="rId29"/>
  </p:handoutMasterIdLst>
  <p:sldIdLst>
    <p:sldId id="571" r:id="rId13"/>
    <p:sldId id="653" r:id="rId14"/>
    <p:sldId id="654" r:id="rId15"/>
    <p:sldId id="646" r:id="rId16"/>
    <p:sldId id="633" r:id="rId17"/>
    <p:sldId id="634" r:id="rId18"/>
    <p:sldId id="635" r:id="rId19"/>
    <p:sldId id="636" r:id="rId20"/>
    <p:sldId id="647" r:id="rId21"/>
    <p:sldId id="655" r:id="rId22"/>
    <p:sldId id="656" r:id="rId23"/>
    <p:sldId id="657" r:id="rId24"/>
    <p:sldId id="639" r:id="rId25"/>
    <p:sldId id="660" r:id="rId26"/>
    <p:sldId id="603" r:id="rId27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ko Takemi" initials="AT" lastIdx="1" clrIdx="0"/>
  <p:cmAuthor id="2" name="REVA00263" initials="R" lastIdx="2" clrIdx="1">
    <p:extLst>
      <p:ext uri="{19B8F6BF-5375-455C-9EA6-DF929625EA0E}">
        <p15:presenceInfo xmlns:p15="http://schemas.microsoft.com/office/powerpoint/2012/main" xmlns="" userId="S-1-5-21-393838237-193648452-3430637-250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6600"/>
    <a:srgbClr val="F9950F"/>
    <a:srgbClr val="4C5252"/>
    <a:srgbClr val="A5A5A5"/>
    <a:srgbClr val="E7E6E6"/>
    <a:srgbClr val="48367D"/>
    <a:srgbClr val="EFCAAF"/>
    <a:srgbClr val="958FBC"/>
    <a:srgbClr val="EBE4A7"/>
    <a:srgbClr val="C9D5B1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129" autoAdjust="0"/>
    <p:restoredTop sz="86391"/>
  </p:normalViewPr>
  <p:slideViewPr>
    <p:cSldViewPr>
      <p:cViewPr varScale="1">
        <p:scale>
          <a:sx n="73" d="100"/>
          <a:sy n="73" d="100"/>
        </p:scale>
        <p:origin x="-780" y="-102"/>
      </p:cViewPr>
      <p:guideLst>
        <p:guide orient="horz" pos="2160"/>
        <p:guide orient="horz"/>
        <p:guide pos="384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4068" y="-114"/>
      </p:cViewPr>
      <p:guideLst>
        <p:guide orient="horz" pos="3130"/>
        <p:guide pos="214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/>
            </a:lvl1pPr>
          </a:lstStyle>
          <a:p>
            <a:fld id="{85D701EE-1FBA-4307-A5A0-FAD659DC6E39}" type="datetimeFigureOut">
              <a:rPr lang="en-NZ" smtClean="0"/>
              <a:pPr/>
              <a:t>10/05/2026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/>
            </a:lvl1pPr>
          </a:lstStyle>
          <a:p>
            <a:fld id="{97D3D0BD-DB2D-4CFB-B804-653564142846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1095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 b="0" i="0">
                <a:latin typeface="+mn-lt"/>
              </a:defRPr>
            </a:lvl1pPr>
          </a:lstStyle>
          <a:p>
            <a:fld id="{72A1673E-E3F0-41EB-8C5F-8EC9A5FDE63C}" type="datetimeFigureOut">
              <a:rPr lang="en-NZ" smtClean="0"/>
              <a:pPr/>
              <a:t>10/05/2026</a:t>
            </a:fld>
            <a:endParaRPr lang="en-N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4" tIns="45737" rIns="91474" bIns="45737" rtlCol="0" anchor="ctr"/>
          <a:lstStyle/>
          <a:p>
            <a:endParaRPr lang="en-N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83309"/>
            <a:ext cx="5445760" cy="3913614"/>
          </a:xfrm>
          <a:prstGeom prst="rect">
            <a:avLst/>
          </a:prstGeom>
        </p:spPr>
        <p:txBody>
          <a:bodyPr vert="horz" lIns="91474" tIns="45737" rIns="91474" bIns="457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F4089372-A661-494F-90C4-94E25994D307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1386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xmlns="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xmlns="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xmlns="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xmlns="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xmlns="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15187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:a16="http://schemas.microsoft.com/office/drawing/2014/main" xmlns="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:a16="http://schemas.microsoft.com/office/drawing/2014/main" xmlns="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:a16="http://schemas.microsoft.com/office/drawing/2014/main" xmlns="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:a16="http://schemas.microsoft.com/office/drawing/2014/main" xmlns="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:a16="http://schemas.microsoft.com/office/drawing/2014/main" xmlns="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151876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289665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6435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3644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502052CF-F9E7-714A-BDAE-9BE0ECB4D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0233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214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EF680B5D-7167-924C-AF0A-D048ACEDB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4B8854B0-9314-934B-A796-5B8219D0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9224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41BD9FBF-4057-CE4A-95FF-A7E4437BE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8F61B18F-41E7-EB43-A1A5-986763A09C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E3932FE3-F1D5-2245-8974-1F3F9EDF2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24134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xmlns="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xmlns="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xmlns="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xmlns="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xmlns="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xmlns="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xmlns="" val="1419256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A03AB4-FF89-4D40-9C79-40AF471CBA78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7225CC-5E7B-4024-9AFE-5D5F5B5A81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93008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xmlns="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13159170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xmlns="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4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 r="73063"/>
          <a:stretch>
            <a:fillRect/>
          </a:stretch>
        </p:blipFill>
        <p:spPr bwMode="auto">
          <a:xfrm>
            <a:off x="-54605" y="-381001"/>
            <a:ext cx="955557" cy="1711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3135946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xmlns="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77724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xmlns="" id="{DDAC6C2B-8407-D64F-820D-E7CF746EE1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Nobel-Book" panose="0200050304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xmlns="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5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173274083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xmlns="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34062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xmlns="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3477560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xmlns="" val="22340624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xmlns="" val="2347756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xmlns="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33335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280280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2802804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2802804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Black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xmlns="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2377238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Whit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xmlns="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7325709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xmlns="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xmlns="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xmlns="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xmlns="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458304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xmlns="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xmlns="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xmlns="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xmlns="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xmlns="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4583041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xmlns="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0254700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xmlns="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0254700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xmlns="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7231461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xmlns="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723146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xmlns="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185102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xmlns="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185102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 Flow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9C105C5C-DB09-9B48-BE37-71390178E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xmlns="" id="{8FBA3758-16A0-D14A-BD36-337B1D31271F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xmlns="" id="{64720C1A-BDFE-E146-B6ED-4700DEA3F3E3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xmlns="" id="{E3B464B9-0F71-424C-BC88-02B2AA03265F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D376484-E90C-F04E-B131-5D61FED1F3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194D7AD1-383D-8841-8460-9BA6874F35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xmlns="" id="{D95E0D3F-8EC7-5649-B14D-1D587E65E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xmlns="" id="{7D7869EA-8258-0C41-A3E5-4FCD4D1F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xmlns="" id="{06121E29-064A-1641-86F9-CFB9DAF65A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xmlns="" id="{0018615F-C088-3949-9CA2-1FDCB1416F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7048283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Workflow slide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xmlns="" id="{5A79C9B3-40EA-6841-962A-BB4931099614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xmlns="" id="{65D17357-6BFE-1941-B56A-C8F51F73177D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xmlns="" id="{480B83C1-8261-F644-8639-88185FC10CFE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CF6605B9-0F65-4D4B-9FFA-E92299353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xmlns="" id="{99737036-FF00-C544-808C-D5A2177D41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xmlns="" id="{91CC5985-5A7F-6441-BC10-7E669F1E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6AB7B642-A681-B34E-977A-6F85EA6BC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xmlns="" id="{82827E12-373D-8B4F-AD69-9F7C005ED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xmlns="" id="{9FCBB0C0-51D7-0448-A90C-8B8B74462D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0E1F1297-EA50-094F-9E80-E44D36C54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860595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xmlns="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xmlns="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17006962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88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4009" r:id="rId3"/>
    <p:sldLayoutId id="2147483883" r:id="rId4"/>
    <p:sldLayoutId id="2147483977" r:id="rId5"/>
    <p:sldLayoutId id="214748401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2893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41" r:id="rId2"/>
    <p:sldLayoutId id="2147483943" r:id="rId3"/>
    <p:sldLayoutId id="2147483944" r:id="rId4"/>
    <p:sldLayoutId id="2147484014" r:id="rId5"/>
    <p:sldLayoutId id="214748401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59968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99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550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98" r:id="rId3"/>
    <p:sldLayoutId id="214748399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6117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4002" r:id="rId3"/>
    <p:sldLayoutId id="214748400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071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0" r:id="rId2"/>
    <p:sldLayoutId id="2147483891" r:id="rId3"/>
    <p:sldLayoutId id="214748400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935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4001" r:id="rId2"/>
    <p:sldLayoutId id="2147483916" r:id="rId3"/>
    <p:sldLayoutId id="2147484004" r:id="rId4"/>
    <p:sldLayoutId id="2147483879" r:id="rId5"/>
    <p:sldLayoutId id="214748400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7211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164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  <p:sldLayoutId id="214748399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4800" y="3918807"/>
            <a:ext cx="9601200" cy="769166"/>
          </a:xfrm>
        </p:spPr>
        <p:txBody>
          <a:bodyPr/>
          <a:lstStyle/>
          <a:p>
            <a:r>
              <a:rPr lang="en-US" dirty="0"/>
              <a:t>            </a:t>
            </a:r>
            <a:r>
              <a:rPr lang="en-US" dirty="0" smtClean="0"/>
              <a:t>M23DE0403</a:t>
            </a:r>
            <a:r>
              <a:rPr lang="en-US" dirty="0"/>
              <a:t>:  Major Project–IA1  </a:t>
            </a:r>
            <a:br>
              <a:rPr lang="en-US" dirty="0"/>
            </a:br>
            <a:r>
              <a:rPr lang="en-US" dirty="0"/>
              <a:t>         </a:t>
            </a:r>
            <a:r>
              <a:rPr lang="en-US" sz="3000" dirty="0"/>
              <a:t>Master of </a:t>
            </a:r>
            <a:r>
              <a:rPr lang="en-US" sz="3000" dirty="0" smtClean="0"/>
              <a:t>Computer Applications- MCA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en-US" sz="3000" dirty="0"/>
              <a:t>                     IV Semester – </a:t>
            </a:r>
            <a:r>
              <a:rPr lang="en-US" sz="3000" dirty="0" smtClean="0"/>
              <a:t>2025 - 2026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8600" y="5334000"/>
            <a:ext cx="9448800" cy="990600"/>
          </a:xfrm>
        </p:spPr>
        <p:txBody>
          <a:bodyPr/>
          <a:lstStyle/>
          <a:p>
            <a:r>
              <a:rPr lang="en-US" dirty="0"/>
              <a:t>School of Computer Science and Applications </a:t>
            </a:r>
          </a:p>
        </p:txBody>
      </p:sp>
      <p:pic>
        <p:nvPicPr>
          <p:cNvPr id="5" name="Picture 7" descr="C:\Users\Admin\Downloads\Engineering-&amp;-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01200" y="2959649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717" y="3810000"/>
            <a:ext cx="9067800" cy="769166"/>
          </a:xfrm>
        </p:spPr>
        <p:txBody>
          <a:bodyPr/>
          <a:lstStyle/>
          <a:p>
            <a:r>
              <a:rPr lang="en-US" dirty="0"/>
              <a:t>            &lt;Title of the project&gt;</a:t>
            </a:r>
            <a:br>
              <a:rPr lang="en-US" dirty="0"/>
            </a:br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   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8600" y="4438917"/>
            <a:ext cx="8763000" cy="990600"/>
          </a:xfrm>
        </p:spPr>
        <p:txBody>
          <a:bodyPr/>
          <a:lstStyle/>
          <a:p>
            <a:r>
              <a:rPr lang="en-US" dirty="0"/>
              <a:t>Presented by : &lt; Name&gt;</a:t>
            </a:r>
          </a:p>
          <a:p>
            <a:r>
              <a:rPr lang="en-US" dirty="0"/>
              <a:t>Under the Guidance of:  &lt; Guide Name&gt;</a:t>
            </a:r>
          </a:p>
        </p:txBody>
      </p:sp>
      <p:pic>
        <p:nvPicPr>
          <p:cNvPr id="5" name="Picture 7" descr="C:\Users\Admin\Downloads\Engineering-&amp;-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01200" y="2959649"/>
            <a:ext cx="19050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86054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3</a:t>
            </a:fld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150179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Outline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type="body" sz="quarter" idx="17"/>
          </p:nvPr>
        </p:nvSpPr>
        <p:spPr>
          <a:xfrm>
            <a:off x="1524000" y="988381"/>
            <a:ext cx="11052326" cy="47244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Abstract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Introduction   </a:t>
            </a:r>
          </a:p>
          <a:p>
            <a:pPr marL="242888" lvl="1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7200" dirty="0"/>
              <a:t>	I.  Problem Statement </a:t>
            </a:r>
          </a:p>
          <a:p>
            <a:pPr marL="242888" lvl="1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7200" dirty="0"/>
              <a:t>	II. Motivation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Scope of the problem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System Requirements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Literature Review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Data Collection / Dataset Description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Gantt Chart / Project Timeline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7200" dirty="0"/>
              <a:t>Conclusion</a:t>
            </a:r>
          </a:p>
          <a:p>
            <a:pPr marL="0" lv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7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4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48360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5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0432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6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419965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7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291746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8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817065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9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5375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43000" y="3581400"/>
            <a:ext cx="11430000" cy="769166"/>
          </a:xfrm>
        </p:spPr>
        <p:txBody>
          <a:bodyPr/>
          <a:lstStyle/>
          <a:p>
            <a:r>
              <a:rPr lang="en-US" dirty="0"/>
              <a:t>            </a:t>
            </a:r>
            <a:r>
              <a:rPr lang="en-US" sz="3600" dirty="0" smtClean="0"/>
              <a:t>M23DE0402</a:t>
            </a:r>
            <a:r>
              <a:rPr lang="en-US" sz="3600" dirty="0"/>
              <a:t>:</a:t>
            </a:r>
            <a:r>
              <a:rPr lang="en-US" dirty="0"/>
              <a:t>  Internship/Certification –IA1  </a:t>
            </a:r>
            <a:br>
              <a:rPr lang="en-US" dirty="0"/>
            </a:br>
            <a:r>
              <a:rPr lang="en-US" dirty="0"/>
              <a:t>               </a:t>
            </a:r>
            <a:r>
              <a:rPr lang="en-US" sz="3000" dirty="0"/>
              <a:t>Master of </a:t>
            </a:r>
            <a:r>
              <a:rPr lang="en-US" sz="3000" dirty="0" smtClean="0"/>
              <a:t>Computer Applications </a:t>
            </a:r>
            <a:r>
              <a:rPr lang="en-US" sz="3000" dirty="0"/>
              <a:t>- </a:t>
            </a:r>
            <a:r>
              <a:rPr lang="en-US" sz="3000" dirty="0" smtClean="0"/>
              <a:t>MCA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en-US" sz="3000" dirty="0"/>
              <a:t>                     IV Semester – </a:t>
            </a:r>
            <a:r>
              <a:rPr lang="en-US" sz="3000" dirty="0" smtClean="0"/>
              <a:t>2025 - 2026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8600" y="5334000"/>
            <a:ext cx="9448800" cy="990600"/>
          </a:xfrm>
        </p:spPr>
        <p:txBody>
          <a:bodyPr/>
          <a:lstStyle/>
          <a:p>
            <a:r>
              <a:rPr lang="en-US" dirty="0"/>
              <a:t>School of Computer Science and Applications </a:t>
            </a:r>
          </a:p>
        </p:txBody>
      </p:sp>
      <p:pic>
        <p:nvPicPr>
          <p:cNvPr id="5" name="Picture 7" descr="C:\Users\Admin\Downloads\Engineering-&amp;-Tech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01200" y="2959649"/>
            <a:ext cx="19050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91901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11</a:t>
            </a:fld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150179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Outline ( Internship)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type="body" sz="quarter" idx="17"/>
          </p:nvPr>
        </p:nvSpPr>
        <p:spPr>
          <a:xfrm>
            <a:off x="1524000" y="988381"/>
            <a:ext cx="10210800" cy="4724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Company Name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Company profile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Role of the intern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Activities performed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External Guide name and address</a:t>
            </a:r>
          </a:p>
          <a:p>
            <a:pPr marL="0" lv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7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218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12</a:t>
            </a:fld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150179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Outline ( Global Certification)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type="body" sz="quarter" idx="17"/>
          </p:nvPr>
        </p:nvSpPr>
        <p:spPr>
          <a:xfrm>
            <a:off x="1524000" y="988381"/>
            <a:ext cx="10210800" cy="4724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Certification Course Title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Abstract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Certificate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Score card</a:t>
            </a:r>
          </a:p>
          <a:p>
            <a:pPr marL="0" lv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sz="7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39461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991862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991862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 REVISED TEMPLATE-1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iroko_LI master PPT template vs6_17 May" id="{612B838A-5E32-418B-B7C4-7EB4F3A298E7}" vid="{DD7C752D-2EC0-456A-A201-074024275761}"/>
    </a:ext>
  </a:extLst>
</a:theme>
</file>

<file path=ppt/theme/theme2.xml><?xml version="1.0" encoding="utf-8"?>
<a:theme xmlns:a="http://schemas.openxmlformats.org/drawingml/2006/main" name="Agenda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edia / Video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py and Imag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able &amp; Graphs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Flow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0ADC236C7AC742BB0BFCA0FFECEA3A" ma:contentTypeVersion="0" ma:contentTypeDescription="Create a new document." ma:contentTypeScope="" ma:versionID="6b302963b2d4f2b039b5a5db900d0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916671-0E7D-4594-8037-60C70BF44351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9AE24FE-195A-4977-9740-21B0E7B6E4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6C91B7-41B2-43A3-A2C0-738920E68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REVA REVISED TEMPLATE-1</Template>
  <TotalTime>920</TotalTime>
  <Words>92</Words>
  <Application>Microsoft Office PowerPoint</Application>
  <PresentationFormat>Custom</PresentationFormat>
  <Paragraphs>49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REVA REVISED TEMPLATE-1</vt:lpstr>
      <vt:lpstr>Agenda</vt:lpstr>
      <vt:lpstr>Divider</vt:lpstr>
      <vt:lpstr>Media / Video Slide</vt:lpstr>
      <vt:lpstr>Copy Slides</vt:lpstr>
      <vt:lpstr>Copy and Image</vt:lpstr>
      <vt:lpstr>Table &amp; Graphs Slide</vt:lpstr>
      <vt:lpstr>Flow Slides</vt:lpstr>
      <vt:lpstr>Thank You </vt:lpstr>
      <vt:lpstr>            M23DE0403:  Major Project–IA1            Master of Computer Applications- MCA                      IV Semester – 2025 - 2026        </vt:lpstr>
      <vt:lpstr>            &lt;Title of the project&gt;            </vt:lpstr>
      <vt:lpstr>Outline</vt:lpstr>
      <vt:lpstr>Slide 4</vt:lpstr>
      <vt:lpstr>Slide 5</vt:lpstr>
      <vt:lpstr>Slide 6</vt:lpstr>
      <vt:lpstr>Slide 7</vt:lpstr>
      <vt:lpstr>Slide 8</vt:lpstr>
      <vt:lpstr>Slide 9</vt:lpstr>
      <vt:lpstr>            M23DE0402:  Internship/Certification –IA1                  Master of Computer Applications - MCA                      IV Semester – 2025 - 2026        </vt:lpstr>
      <vt:lpstr>Outline ( Internship)</vt:lpstr>
      <vt:lpstr>Outline ( Global Certification)</vt:lpstr>
      <vt:lpstr>Slide 13</vt:lpstr>
      <vt:lpstr>Slide 14</vt:lpstr>
      <vt:lpstr>Thank You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girija</dc:creator>
  <cp:lastModifiedBy>Dr.manju</cp:lastModifiedBy>
  <cp:revision>251</cp:revision>
  <cp:lastPrinted>2018-09-28T07:11:06Z</cp:lastPrinted>
  <dcterms:created xsi:type="dcterms:W3CDTF">2020-08-17T03:18:34Z</dcterms:created>
  <dcterms:modified xsi:type="dcterms:W3CDTF">2026-05-10T14:41:50Z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0x010100B60ADC236C7AC742BB0BFCA0FFECEA3A</vt:lpwstr>
  </property>
</Properties>
</file>